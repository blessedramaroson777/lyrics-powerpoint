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D9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005840"/>
            <a:ext cx="128016" cy="4297680"/>
          </a:xfrm>
          <a:prstGeom prst="rect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5394960"/>
            <a:ext cx="1417320" cy="1417320"/>
          </a:xfrm>
          <a:prstGeom prst="ellipse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896112"/>
            <a:ext cx="7726679" cy="457200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D9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704088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Jehovah Ianao x2</a:t>
            </a:r>
          </a:p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Mpiady mahery, lehibe amin'ny ady</a:t>
            </a:r>
          </a:p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Jehovah Ianao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D9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005840"/>
            <a:ext cx="128016" cy="4297680"/>
          </a:xfrm>
          <a:prstGeom prst="rect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5394960"/>
            <a:ext cx="1417320" cy="1417320"/>
          </a:xfrm>
          <a:prstGeom prst="ellipse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896112"/>
            <a:ext cx="7726679" cy="457200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D9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704088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Isika rehetra hiteny hoe misaotra</a:t>
            </a:r>
          </a:p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Jesô misaotra, Jehovah misaotra</a:t>
            </a:r>
          </a:p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Ndao hiara hiteny hoe misaotra</a:t>
            </a:r>
          </a:p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Jesô misaotra, misaotra Tompo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D9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005840"/>
            <a:ext cx="128016" cy="4297680"/>
          </a:xfrm>
          <a:prstGeom prst="rect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5394960"/>
            <a:ext cx="1417320" cy="1417320"/>
          </a:xfrm>
          <a:prstGeom prst="ellipse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896112"/>
            <a:ext cx="7726679" cy="457200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D9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704088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Tsara Ianao famindram-ponao mandrakizay</a:t>
            </a:r>
          </a:p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(Haleloia)</a:t>
            </a:r>
          </a:p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Tsara Ianao famindram-ponao mandrakizay</a:t>
            </a:r>
          </a:p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(Haleloia)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D9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005840"/>
            <a:ext cx="128016" cy="4297680"/>
          </a:xfrm>
          <a:prstGeom prst="rect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5394960"/>
            <a:ext cx="1417320" cy="1417320"/>
          </a:xfrm>
          <a:prstGeom prst="ellipse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896112"/>
            <a:ext cx="7726679" cy="457200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D9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704088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Tsara Ianao (Tsara Ianao)</a:t>
            </a:r>
          </a:p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Tsara Ianao (Tsara Ianao)</a:t>
            </a:r>
          </a:p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Tsara Ianao (Tsara Ianao)</a:t>
            </a:r>
          </a:p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Tsara Ianao (Tsara Ianao)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D9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005840"/>
            <a:ext cx="128016" cy="4297680"/>
          </a:xfrm>
          <a:prstGeom prst="rect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5394960"/>
            <a:ext cx="1417320" cy="1417320"/>
          </a:xfrm>
          <a:prstGeom prst="ellipse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896112"/>
            <a:ext cx="7726679" cy="457200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D9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704088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Haleloia eee, haleloia eee</a:t>
            </a:r>
          </a:p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Haleloia eee, haleloia eee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D9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005840"/>
            <a:ext cx="128016" cy="4297680"/>
          </a:xfrm>
          <a:prstGeom prst="rect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5394960"/>
            <a:ext cx="1417320" cy="1417320"/>
          </a:xfrm>
          <a:prstGeom prst="ellipse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896112"/>
            <a:ext cx="7726679" cy="457200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D9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704088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Misaotra Anao izahay, misaotra Anao izahay Jesô</a:t>
            </a:r>
          </a:p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Misaotra Anao izahay, misaotra Anao izahay Jesô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D9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005840"/>
            <a:ext cx="128016" cy="4297680"/>
          </a:xfrm>
          <a:prstGeom prst="rect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5394960"/>
            <a:ext cx="1417320" cy="1417320"/>
          </a:xfrm>
          <a:prstGeom prst="ellipse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896112"/>
            <a:ext cx="7726679" cy="457200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D9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704088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Midera Anao izahay, midera Anao izahay Jesô</a:t>
            </a:r>
          </a:p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Midera Anao izahay, midera Anao izahay Jesô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D9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005840"/>
            <a:ext cx="128016" cy="4297680"/>
          </a:xfrm>
          <a:prstGeom prst="rect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5394960"/>
            <a:ext cx="1417320" cy="1417320"/>
          </a:xfrm>
          <a:prstGeom prst="ellipse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896112"/>
            <a:ext cx="7726679" cy="457200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D9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704088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</a:p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Nanananana nanananana (oh oh oh oh oh)</a:t>
            </a:r>
          </a:p>
          <a:p>
            <a:pPr algn="ctr"/>
            <a:r>
              <a:rPr sz="3200" b="0">
                <a:solidFill>
                  <a:srgbClr val="243447"/>
                </a:solidFill>
                <a:latin typeface="Arial"/>
              </a:rPr>
              <a:t>Nanananana nanananana (oh oh oh oh oh)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D9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005840"/>
            <a:ext cx="128016" cy="4297680"/>
          </a:xfrm>
          <a:prstGeom prst="rect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5394960"/>
            <a:ext cx="1417320" cy="1417320"/>
          </a:xfrm>
          <a:prstGeom prst="ellipse">
            <a:avLst/>
          </a:prstGeom>
          <a:solidFill>
            <a:srgbClr val="2F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896112"/>
            <a:ext cx="7726679" cy="4572000"/>
          </a:xfrm>
          <a:prstGeom prst="roundRect">
            <a:avLst/>
          </a:prstGeom>
          <a:solidFill>
            <a:srgbClr val="FFFDF9"/>
          </a:solidFill>
          <a:ln w="19050">
            <a:solidFill>
              <a:srgbClr val="D9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704088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43447"/>
                </a:solidFill>
                <a:latin typeface="Arial"/>
              </a:rPr>
              <a:t>Ny Famindrampony, ny Fiantrany</a:t>
            </a:r>
          </a:p>
          <a:p>
            <a:pPr algn="ctr"/>
            <a:r>
              <a:rPr sz="2800" b="0">
                <a:solidFill>
                  <a:srgbClr val="243447"/>
                </a:solidFill>
                <a:latin typeface="Arial"/>
              </a:rPr>
              <a:t>Ny Fahasoavany, ny Hatsarany tsy ho lany</a:t>
            </a:r>
          </a:p>
          <a:p>
            <a:pPr algn="ctr"/>
            <a:r>
              <a:rPr sz="2800" b="0">
                <a:solidFill>
                  <a:srgbClr val="243447"/>
                </a:solidFill>
                <a:latin typeface="Arial"/>
              </a:rPr>
              <a:t>Fitia tsy misy farany</a:t>
            </a:r>
          </a:p>
          <a:p>
            <a:pPr algn="ctr"/>
            <a:r>
              <a:rPr sz="2800" b="0">
                <a:solidFill>
                  <a:srgbClr val="243447"/>
                </a:solidFill>
                <a:latin typeface="Arial"/>
              </a:rPr>
              <a:t>Ny halehiben'ny Anarany tsisy ohatr'izany</a:t>
            </a:r>
          </a:p>
          <a:p>
            <a:pPr algn="ctr"/>
            <a:r>
              <a:rPr sz="2800" b="0">
                <a:solidFill>
                  <a:srgbClr val="243447"/>
                </a:solidFill>
                <a:latin typeface="Arial"/>
              </a:rPr>
              <a:t>Fa vaovao, isan'andro vaovao</a:t>
            </a:r>
          </a:p>
          <a:p>
            <a:pPr algn="ctr"/>
            <a:r>
              <a:rPr sz="2800" b="0">
                <a:solidFill>
                  <a:srgbClr val="243447"/>
                </a:solidFill>
                <a:latin typeface="Arial"/>
              </a:rPr>
              <a:t>Na inon'inona fotoana, TSARA FOANA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